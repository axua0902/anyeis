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092B"/>
    <a:srgbClr val="40C0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4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742A3-0916-858E-05DC-3880E33A4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176AD5-0015-191D-0F5F-6C00EAA26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C2186-FD8D-9444-E73D-86931544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DF9A-8546-43F6-BC65-8EBA314D09C5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3DBAC7-E3BB-F309-CA42-21596E42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550846-7822-3067-7A39-67A651366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4488-F3F7-4F13-A8A4-530C735EB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42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084889-FC8E-E14E-4BC8-E2DBCF6F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C4F71A-084B-9A78-D667-BF6121100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B974F8-17F5-922B-43D7-129825A44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DF9A-8546-43F6-BC65-8EBA314D09C5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95DAC7-CD00-45E7-A037-ECDDA78D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1B1BE7-263C-E8DF-B614-C1A2F1AB0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4488-F3F7-4F13-A8A4-530C735EB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74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76605B-F25E-C2FA-FCD8-BE7E564B8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CF9F53-F207-9D2A-4D1F-9D9D2E7D3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C56EA7-99A6-F2DC-CA98-A454FF93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DF9A-8546-43F6-BC65-8EBA314D09C5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648EAD-E86E-1BEC-6A52-5FC925428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D7753D-CD1F-93B6-A396-5DFA8730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4488-F3F7-4F13-A8A4-530C735EB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975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2E6031-1D87-9C5B-4A6B-8F3CA9DF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542AB8-C694-3299-4821-91D003671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EDC985-7092-C3B7-8923-27BD3987F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5A8D84-7183-9816-D2CD-3666A3FDF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DF9A-8546-43F6-BC65-8EBA314D09C5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6B8D11-9352-927D-B3D3-A5BFB65F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58E682-DBB3-A791-B1B5-8EF7E05F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4488-F3F7-4F13-A8A4-530C735EB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401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2AD70-F7A2-3155-E0D3-1D78C8C8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0841F9-7A94-43D0-30E1-A66451375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1E276E-410E-6BFC-A12F-D10739AFC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300282-23A1-C327-89E2-DEFE6BAE2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5F1CCC-EE2B-DC3A-615C-0051DDA69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E7D6D3-62F7-58F9-42F0-824D3904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DF9A-8546-43F6-BC65-8EBA314D09C5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2349BC-A0F8-05B1-8FE7-8DA784054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8BCE4E7-B959-3EEF-0679-24FE0C92B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4488-F3F7-4F13-A8A4-530C735EB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96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8F3F4-1434-0CB4-C489-77BDEC4C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183419-79FD-229E-5F41-531E7726C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DF9A-8546-43F6-BC65-8EBA314D09C5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E3F3F4-2DDB-A93D-E288-5C35774AF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BC8AA8-ED4D-7441-C0E2-729D02F3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4488-F3F7-4F13-A8A4-530C735EB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93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9ED119-9C38-753B-A3B6-7D7209E6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DF9A-8546-43F6-BC65-8EBA314D09C5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BD3E84-9FCB-5CDC-4FCE-9FE5C264C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4BF105-AAB4-AC49-BF89-7D8B797EE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4488-F3F7-4F13-A8A4-530C735EB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849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3820E-7682-A98E-E7C4-AF2D75E9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548C72-5314-C508-FBEA-EEEF81929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732669-6283-CF9F-76E4-F1E8DB818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AE581-FFED-E031-FB0F-E53CB572A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DF9A-8546-43F6-BC65-8EBA314D09C5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7A4429-3E70-7FEB-90E4-935FEBD5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C09BED-4854-4511-292E-F50BA38F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4488-F3F7-4F13-A8A4-530C735EB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54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F0AEA-E13A-F27B-CFE6-AF8BE1CD5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DA2881-15D4-FBA6-8A18-478EF4C9A7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1F10C9-004D-A619-19C8-8F14426CE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A67DEE-F384-4188-A343-FDD995753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DF9A-8546-43F6-BC65-8EBA314D09C5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147269-BCF0-935C-87E2-89A9B9373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2AE659-79A6-5D8D-16D1-48876E9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4488-F3F7-4F13-A8A4-530C735EB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173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46EDA-092A-7412-0B17-7A4BD8C2E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0067A6-2EC9-B517-0170-AD688B92E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636D4D-33A5-6D87-9BDC-95D194FA5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DF9A-8546-43F6-BC65-8EBA314D09C5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4ACDBA-E444-A230-190C-0E3DE8BFD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43E64-103B-D1D3-ED91-AD1AE1C3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4488-F3F7-4F13-A8A4-530C735EB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640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2EE5737-3374-43BC-DBEE-5E6A4CE812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ABD84F-E1A2-42CA-37AE-4A724E4E2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2FE4C7-52E6-A5FD-2DF8-9DA8BF05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DF9A-8546-43F6-BC65-8EBA314D09C5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0D5B3-6F56-AD42-84FB-57D82716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A2609A-7A9D-F178-4974-06ECEBA19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4488-F3F7-4F13-A8A4-530C735EB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86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7ED03C-6DF7-7451-8975-74B03091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CBF215-E6E0-C04F-48E9-665DB4A6F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7C2E3E-2760-7D32-DE43-289A4E5E57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2DF9A-8546-43F6-BC65-8EBA314D09C5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1453C2-7E89-35E0-A511-E66C7ABCC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76D9B-5B85-5012-90FE-927DBBF0F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A4488-F3F7-4F13-A8A4-530C735EB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618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77D5747-9C64-46D0-A738-180323C3A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501" y="332013"/>
            <a:ext cx="1219200" cy="1219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FC6754-9CEF-1A22-D288-9F9B49181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846" y="332013"/>
            <a:ext cx="1219200" cy="12192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6CBD080A-6CA6-A143-175F-381DEDB31F26}"/>
              </a:ext>
            </a:extLst>
          </p:cNvPr>
          <p:cNvGrpSpPr/>
          <p:nvPr/>
        </p:nvGrpSpPr>
        <p:grpSpPr>
          <a:xfrm>
            <a:off x="2669181" y="2111858"/>
            <a:ext cx="5771601" cy="1569660"/>
            <a:chOff x="2669181" y="2111858"/>
            <a:chExt cx="5771601" cy="156966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E137A0CD-20F0-7AEA-4136-0DFE3C137340}"/>
                </a:ext>
              </a:extLst>
            </p:cNvPr>
            <p:cNvSpPr/>
            <p:nvPr/>
          </p:nvSpPr>
          <p:spPr>
            <a:xfrm>
              <a:off x="3788557" y="2111858"/>
              <a:ext cx="2607889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9600" b="1" cap="none" spc="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</a:rPr>
                <a:t>Any</a:t>
              </a:r>
              <a:endParaRPr lang="zh-CN" altLang="en-US" sz="9600" b="1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Black" panose="020B0A02040204020203" pitchFamily="34" charset="0"/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28126F1-5BAC-4AF7-E14B-E242D7743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9181" y="2287088"/>
              <a:ext cx="1219200" cy="1219200"/>
            </a:xfrm>
            <a:prstGeom prst="rect">
              <a:avLst/>
            </a:prstGeom>
          </p:spPr>
        </p:pic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0303BD95-E018-0243-B8F8-B53DD31DEF5C}"/>
                </a:ext>
              </a:extLst>
            </p:cNvPr>
            <p:cNvGrpSpPr/>
            <p:nvPr/>
          </p:nvGrpSpPr>
          <p:grpSpPr>
            <a:xfrm>
              <a:off x="6096000" y="2312300"/>
              <a:ext cx="2344782" cy="1168775"/>
              <a:chOff x="6261462" y="2306682"/>
              <a:chExt cx="2471059" cy="1231719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1D3C4DBE-8A80-AFB9-B735-4CF24F382C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13321" y="2306682"/>
                <a:ext cx="1219200" cy="1219200"/>
              </a:xfrm>
              <a:prstGeom prst="rect">
                <a:avLst/>
              </a:prstGeom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D95F35B0-C16D-8C97-7165-6D871B8358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71062" y="2319201"/>
                <a:ext cx="1219200" cy="1219200"/>
              </a:xfrm>
              <a:prstGeom prst="rect">
                <a:avLst/>
              </a:prstGeom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28D3653D-70FA-35A7-1F87-533F4105F9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61462" y="2319201"/>
                <a:ext cx="1219200" cy="1219200"/>
              </a:xfrm>
              <a:prstGeom prst="rect">
                <a:avLst/>
              </a:prstGeom>
            </p:spPr>
          </p:pic>
        </p:grp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525C5C94-9BF4-08F7-A1FD-58F62EA709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701" y="332013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733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Segoe UI Black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Yousif Mohammed Yousif Mohammed</dc:creator>
  <cp:lastModifiedBy>An Zhang</cp:lastModifiedBy>
  <cp:revision>2</cp:revision>
  <dcterms:created xsi:type="dcterms:W3CDTF">2024-10-21T13:06:41Z</dcterms:created>
  <dcterms:modified xsi:type="dcterms:W3CDTF">2024-11-07T11:52:16Z</dcterms:modified>
</cp:coreProperties>
</file>